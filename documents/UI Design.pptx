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  <a:srgbClr val="191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DFCEC-C4DD-C712-78A0-95B16BE4A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89895-200F-1058-CFEB-EA10B2278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52B85-FE40-BC99-DD27-8EC6C6A7C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F3D6-E868-4F84-98C1-24D30CAB641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806C3-50C2-217B-7288-0F84D5692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710BB-D181-BBD0-0E5B-3D78110B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AD7A3-E8B9-48FD-A7DD-678A01828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014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39B57-010D-7224-0F68-F822B81DC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35C1C-B02A-B84C-CA2E-4DFBC9F77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CA6AC-7832-40C5-4FB2-E4599FA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F3D6-E868-4F84-98C1-24D30CAB641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BE20B-461F-6B28-C799-CAA230D5F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46D9F-72CC-DC5E-D597-444A652BA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AD7A3-E8B9-48FD-A7DD-678A01828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8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71E1-7FAD-3BC1-86F7-BC5FA3A38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26344-242A-541E-1195-307745371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193DE-C8AD-E76D-22B4-9DC58118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F3D6-E868-4F84-98C1-24D30CAB641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98963-68AC-D218-D2C2-BA3FC672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0264D-46AF-2D5F-8F21-EBC1D0BA5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AD7A3-E8B9-48FD-A7DD-678A01828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955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BF8E-C295-3F75-6D4F-92310211C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AC840-7E3B-DE58-B2DF-6F50D23FB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EF165-8DBF-2833-AD28-EA578DBDE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DFFAE-A728-FE31-A195-60C8610CE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F3D6-E868-4F84-98C1-24D30CAB641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F65CE-C58D-7A7F-5ECF-9FBBC9995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C68D0-BD19-DC1D-49FC-6F36017E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AD7A3-E8B9-48FD-A7DD-678A01828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148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4157D-0A17-DA14-3E3C-3CDEB45A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4C30B-8BF1-FB95-CA1F-4538DDA93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75941-9FC0-7B7C-E9AF-F190F1446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5D74A-231A-C091-53CD-A2BAC3F9C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7849C9-8C5D-35CC-B616-5000D027D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6D4876-8445-E70A-37C8-C19CC15DE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F3D6-E868-4F84-98C1-24D30CAB641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177F84-5317-0DB5-4574-896BDE00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BD70FB-1A68-573B-3B5A-4E15A177B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AD7A3-E8B9-48FD-A7DD-678A01828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471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1F40B-C9B2-29BF-1AE2-5F4689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28F9B-C56C-5308-1BCB-6C5DA661A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F3D6-E868-4F84-98C1-24D30CAB641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98488B-817A-E5CD-DA65-C48E437B3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9BD66-E02A-EB0C-9941-AA72A748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AD7A3-E8B9-48FD-A7DD-678A01828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954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100CC9-3F5C-F0DB-7F2D-96DBBD0EA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F3D6-E868-4F84-98C1-24D30CAB641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71C04-9C20-61A7-B206-3FACBBB25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F2216-AD25-11F2-F032-0EC0705E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AD7A3-E8B9-48FD-A7DD-678A01828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966A0-DB48-588B-A514-B5184C261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F1833-7DD6-E0B7-8186-C3BE172B0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168E8-737E-2B65-BD91-B4DAE42D2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B1D15-D9BE-6C02-555F-64FF6E587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F3D6-E868-4F84-98C1-24D30CAB641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A48D-0D41-FA91-CBF2-DB476B0EE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BA712-FC06-439B-9D70-04FEA467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AD7A3-E8B9-48FD-A7DD-678A01828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953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AAA1A-1070-30EC-2D6A-A4C8B6D55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5D9462-7A18-AB79-AFF8-149FF72CD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83E425-6656-983E-0836-A424E648D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75442-21E3-AC06-8C2B-B4A689807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F3D6-E868-4F84-98C1-24D30CAB641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0D44C-D318-D01A-B25A-9DB41830E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36EB6-9B20-0517-6629-9C5D0729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AD7A3-E8B9-48FD-A7DD-678A01828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10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BBB77-0626-C702-6D72-D9C29477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4F8F62-A084-25EF-4F2C-1ED83CB8C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13AE7-682C-4581-7A88-293387E9A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F3D6-E868-4F84-98C1-24D30CAB641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ED354-3521-310C-CC21-47A966DCE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74249-81BF-4D40-2044-517A2F4A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AD7A3-E8B9-48FD-A7DD-678A01828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69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4F50E6-2485-46C9-90B4-BA8BFFE64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23854-D98A-7B5C-8632-EBF73EDA4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F40D1-570C-7F5B-ED54-C24BD7AA2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F3D6-E868-4F84-98C1-24D30CAB641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7C2EA-15AB-A440-1481-D0AD78B92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AC140-C3E3-8164-5971-B3AB5926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AD7A3-E8B9-48FD-A7DD-678A01828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717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64AD2F-069B-A9D0-B83A-BA7A39ED4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BF802-F674-D2D9-63C1-9CA4869D3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0F875-51F7-798F-D2FD-0C9374887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6EF3D6-E868-4F84-98C1-24D30CAB641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CC0D7-5BA2-DF03-91A9-7DA4DEFDD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84654-B1C3-83CA-B4AB-1D159645B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DAD7A3-E8B9-48FD-A7DD-678A01828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609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0310DCA-4D76-D17B-2B07-D3517FFDC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000"/>
            <a:ext cx="12192000" cy="5842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AF7E02-AE28-9905-7460-25F0068074A2}"/>
              </a:ext>
            </a:extLst>
          </p:cNvPr>
          <p:cNvSpPr/>
          <p:nvPr/>
        </p:nvSpPr>
        <p:spPr>
          <a:xfrm>
            <a:off x="0" y="5781675"/>
            <a:ext cx="12192000" cy="5683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A cartoon of a house&#10;&#10;AI-generated content may be incorrect.">
            <a:extLst>
              <a:ext uri="{FF2B5EF4-FFF2-40B4-BE49-F238E27FC236}">
                <a16:creationId xmlns:a16="http://schemas.microsoft.com/office/drawing/2014/main" id="{6B239021-5EBF-9E02-A1E7-512302A9E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56" y="5782969"/>
            <a:ext cx="466000" cy="4320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C64BA7F-969D-1B8E-2C63-050B58DF5A09}"/>
              </a:ext>
            </a:extLst>
          </p:cNvPr>
          <p:cNvSpPr/>
          <p:nvPr/>
        </p:nvSpPr>
        <p:spPr>
          <a:xfrm>
            <a:off x="769547" y="5782969"/>
            <a:ext cx="1070479" cy="432000"/>
          </a:xfrm>
          <a:prstGeom prst="roundRect">
            <a:avLst>
              <a:gd name="adj" fmla="val 4114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rmAutofit fontScale="92500" lnSpcReduction="10000"/>
          </a:bodyPr>
          <a:lstStyle/>
          <a:p>
            <a:pPr algn="ctr"/>
            <a:r>
              <a:rPr lang="en-IN"/>
              <a:t>Class 10</a:t>
            </a:r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5D72E88-00BA-7651-0FF7-CC295F3C2040}"/>
              </a:ext>
            </a:extLst>
          </p:cNvPr>
          <p:cNvSpPr/>
          <p:nvPr/>
        </p:nvSpPr>
        <p:spPr>
          <a:xfrm>
            <a:off x="1998717" y="5782969"/>
            <a:ext cx="1070479" cy="432000"/>
          </a:xfrm>
          <a:prstGeom prst="roundRect">
            <a:avLst>
              <a:gd name="adj" fmla="val 4114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rmAutofit fontScale="92500" lnSpcReduction="10000"/>
          </a:bodyPr>
          <a:lstStyle/>
          <a:p>
            <a:pPr algn="ctr"/>
            <a:r>
              <a:rPr lang="en-IN" dirty="0"/>
              <a:t>Science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38AEB38-64D5-36DC-DB81-D625DE8A4F62}"/>
              </a:ext>
            </a:extLst>
          </p:cNvPr>
          <p:cNvSpPr/>
          <p:nvPr/>
        </p:nvSpPr>
        <p:spPr>
          <a:xfrm>
            <a:off x="3227888" y="5782969"/>
            <a:ext cx="2046076" cy="432000"/>
          </a:xfrm>
          <a:prstGeom prst="roundRect">
            <a:avLst>
              <a:gd name="adj" fmla="val 4114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rmAutofit fontScale="92500" lnSpcReduction="10000"/>
          </a:bodyPr>
          <a:lstStyle/>
          <a:p>
            <a:pPr algn="ctr"/>
            <a:r>
              <a:rPr lang="en-IN" dirty="0"/>
              <a:t>3. Matter Around Us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989B0D-D354-C95F-9184-43166121C4A4}"/>
              </a:ext>
            </a:extLst>
          </p:cNvPr>
          <p:cNvCxnSpPr/>
          <p:nvPr/>
        </p:nvCxnSpPr>
        <p:spPr>
          <a:xfrm>
            <a:off x="0" y="5643421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248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t61969</dc:creator>
  <cp:lastModifiedBy>t61969</cp:lastModifiedBy>
  <cp:revision>2</cp:revision>
  <dcterms:created xsi:type="dcterms:W3CDTF">2025-12-06T10:56:36Z</dcterms:created>
  <dcterms:modified xsi:type="dcterms:W3CDTF">2025-12-06T11:16:01Z</dcterms:modified>
</cp:coreProperties>
</file>